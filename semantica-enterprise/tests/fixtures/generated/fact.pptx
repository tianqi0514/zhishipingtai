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NexusOne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NexusOne is an enterprise knowledge platform released in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